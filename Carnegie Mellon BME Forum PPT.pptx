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168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76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210" y="4795"/>
            <a:ext cx="12191695" cy="3520440"/>
          </a:xfrm>
          <a:prstGeom prst="rect">
            <a:avLst/>
          </a:prstGeom>
          <a:solidFill>
            <a:srgbClr val="A61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56539" y="9123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CARNEGIE</a:t>
            </a:r>
            <a:r>
              <a:rPr lang="en-US" sz="20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MELLON BME FORUM 2026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30015" y="1476756"/>
            <a:ext cx="756672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chemeClr val="bg1"/>
                </a:solidFill>
              </a:rPr>
              <a:t>From Bus Seats to Elderly Care: A low-cost Recycled Chair with COP Based Posture Feedback 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30015" y="2536637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KAYESH Kashpia</a:t>
            </a:r>
            <a:r>
              <a:rPr lang="en-US" sz="8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PESHAYA Alisa</a:t>
            </a:r>
            <a:r>
              <a:rPr lang="en-US" sz="8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 Riti Proma</a:t>
            </a:r>
            <a:r>
              <a:rPr lang="en-US" sz="8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 Aimen Qaiser</a:t>
            </a:r>
            <a:r>
              <a:rPr lang="en-US" sz="8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86830" y="285117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LAU Hin Chung</a:t>
            </a:r>
            <a:r>
              <a:rPr lang="en-US" sz="8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 Armstrong T. S.</a:t>
            </a:r>
            <a:r>
              <a:rPr lang="en-US" sz="8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100" i="1" dirty="0">
                <a:solidFill>
                  <a:srgbClr val="F0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23070" y="318375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Department of Biomedical Engineering, The Hong Kong Polytechnic University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721608"/>
            <a:ext cx="566928" cy="566928"/>
          </a:xfrm>
          <a:prstGeom prst="ellipse">
            <a:avLst/>
          </a:prstGeom>
          <a:solidFill>
            <a:srgbClr val="A619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assets/icons/backgroun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3846332"/>
            <a:ext cx="317480" cy="3174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207008" y="37490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2100" i="1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318198"/>
            <a:ext cx="53949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116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for BME31147 (BME Innovation for the Community), developed with the Hong Kong Society for the Blind and Kowloon Motor Bus (KMB).</a:t>
            </a:r>
            <a:endParaRPr lang="en-US" sz="1400" dirty="0"/>
          </a:p>
          <a:p>
            <a:pPr marL="203200" indent="-203200" algn="l">
              <a:lnSpc>
                <a:spcPct val="116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Repurposes durable, upcycled transport-seating materials into a modular aluminum chair frame, guided by occupational therapy expertise.</a:t>
            </a:r>
            <a:endParaRPr lang="en-US" sz="1400" dirty="0"/>
          </a:p>
          <a:p>
            <a:pPr marL="203200" indent="-203200" algn="l">
              <a:lnSpc>
                <a:spcPct val="116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safe sit-to-stand movement, pressure-care awareness, and fall prevention for visually impaired elderly users.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63640" y="3703320"/>
            <a:ext cx="5376672" cy="2816352"/>
          </a:xfrm>
          <a:prstGeom prst="roundRect">
            <a:avLst>
              <a:gd name="adj" fmla="val 3247"/>
            </a:avLst>
          </a:prstGeom>
          <a:solidFill>
            <a:srgbClr val="F7E8EA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629400" y="3959352"/>
            <a:ext cx="548640" cy="548640"/>
          </a:xfrm>
          <a:prstGeom prst="ellipse">
            <a:avLst/>
          </a:prstGeom>
          <a:solidFill>
            <a:srgbClr val="A619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/home/claude/assets/icons/purpo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4080053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269480" y="398678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2100" i="1" dirty="0"/>
          </a:p>
        </p:txBody>
      </p:sp>
      <p:sp>
        <p:nvSpPr>
          <p:cNvPr id="19" name="Text 15"/>
          <p:cNvSpPr txBox="1"/>
          <p:nvPr/>
        </p:nvSpPr>
        <p:spPr>
          <a:xfrm>
            <a:off x="6629400" y="4681728"/>
            <a:ext cx="4709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50" i="1" dirty="0">
                <a:solidFill>
                  <a:srgbClr val="7A13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design and prototype an upcycled, IoT-enabled smart chair that helps visually impaired elderly individuals sit, stand, and reposition safely, comfortably, and independently.</a:t>
            </a:r>
            <a:endParaRPr lang="en-US" sz="1550" dirty="0"/>
          </a:p>
        </p:txBody>
      </p:sp>
      <p:sp>
        <p:nvSpPr>
          <p:cNvPr id="20" name="Text 16"/>
          <p:cNvSpPr txBox="1"/>
          <p:nvPr/>
        </p:nvSpPr>
        <p:spPr>
          <a:xfrm>
            <a:off x="11457432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F075060-392A-1507-6A12-0364BF1549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6541" y="0"/>
            <a:ext cx="4224364" cy="355701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92E1E4C-2DEF-4E93-B1BC-374A26D4E1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603"/>
            <a:ext cx="8056236" cy="6734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3400" i="1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1176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Design shaped by a structured end-user needs assessment — prioritising stability, durability, comfort, and adjustability — then developed across two integrated tracks: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F7E8EA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2104" y="1865376"/>
            <a:ext cx="621792" cy="621792"/>
          </a:xfrm>
          <a:prstGeom prst="ellipse">
            <a:avLst/>
          </a:prstGeom>
          <a:solidFill>
            <a:srgbClr val="A619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icons/hardwar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98" y="2002170"/>
            <a:ext cx="348204" cy="3482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89280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Upcycled Structural Design: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partnered with KMB to repurpose transport-seating materials into a sturdy, modular aluminum frame with an anti-topple base.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Ergonomic Adjustability: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armrests and multi-positional backrest incline provide user-centric support.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269480" y="1508760"/>
            <a:ext cx="4370832" cy="3246120"/>
          </a:xfrm>
          <a:prstGeom prst="roundRect">
            <a:avLst>
              <a:gd name="adj" fmla="val 2817"/>
            </a:avLst>
          </a:prstGeom>
          <a:solidFill>
            <a:srgbClr val="F7E8EA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580376" y="1865376"/>
            <a:ext cx="621792" cy="621792"/>
          </a:xfrm>
          <a:prstGeom prst="ellipse">
            <a:avLst/>
          </a:prstGeom>
          <a:solidFill>
            <a:srgbClr val="A619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/home/claude/assets/icons/softwar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170" y="2002170"/>
            <a:ext cx="348204" cy="34820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284464" y="18928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7589520" y="265176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Integration: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cells and strain gauges embedded in the seat monitor presence, and real-time Centre of Pressure (COP) shifts.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Feedback: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feeds an LED matrix display, giving actionable cues for posture, pressure-care, and fall prevention.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90118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NEEDS: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" y="5285232"/>
            <a:ext cx="263347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285232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3364992" y="5285232"/>
            <a:ext cx="263347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3364992" y="5285232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181344" y="5285232"/>
            <a:ext cx="263347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6181344" y="5285232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8997696" y="5285232"/>
            <a:ext cx="263347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8997696" y="5285232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48640" y="5797296"/>
            <a:ext cx="263347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548640" y="5797296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3364992" y="5797296"/>
            <a:ext cx="263347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3364992" y="5797296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Incline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181344" y="5797296"/>
            <a:ext cx="263347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6181344" y="5797296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Sensor-Integrated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8997696" y="5797296"/>
            <a:ext cx="263347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8997696" y="5797296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Seatbelt-Secured</a:t>
            </a:r>
            <a:endParaRPr lang="en-US" sz="1150" dirty="0"/>
          </a:p>
        </p:txBody>
      </p:sp>
      <p:sp>
        <p:nvSpPr>
          <p:cNvPr id="35" name="Text 31"/>
          <p:cNvSpPr txBox="1"/>
          <p:nvPr/>
        </p:nvSpPr>
        <p:spPr>
          <a:xfrm>
            <a:off x="54864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Upcycled Smart Seating System for Elderly People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11457432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513938D-A02C-7E63-E9DA-D9321B9F6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508" y="1548765"/>
            <a:ext cx="1470660" cy="110299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44D30E5-2DF2-B5C7-9CAB-40DE7F1E03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1508760"/>
            <a:ext cx="2313618" cy="32826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Conclusion</a:t>
            </a:r>
            <a:endParaRPr lang="en-US" sz="3400" i="1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F7E8EA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" y="1444752"/>
            <a:ext cx="621792" cy="621792"/>
          </a:xfrm>
          <a:prstGeom prst="ellipse">
            <a:avLst/>
          </a:prstGeom>
          <a:solidFill>
            <a:srgbClr val="A619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assets/icons/strength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906" y="1581546"/>
            <a:ext cx="348204" cy="3482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463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331720"/>
            <a:ext cx="4709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116000"/>
              </a:lnSpc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safe structure</a:t>
            </a:r>
            <a:endParaRPr lang="en-US" sz="1400" dirty="0"/>
          </a:p>
          <a:p>
            <a:pPr marL="203200" indent="-203200" algn="l">
              <a:lnSpc>
                <a:spcPct val="116000"/>
              </a:lnSpc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durable build that's easy to clean</a:t>
            </a:r>
            <a:endParaRPr lang="en-US" sz="1400" dirty="0"/>
          </a:p>
          <a:p>
            <a:pPr marL="203200" indent="-203200" algn="l">
              <a:lnSpc>
                <a:spcPct val="116000"/>
              </a:lnSpc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backrest adds flexibility</a:t>
            </a:r>
            <a:endParaRPr lang="en-US" sz="1400" dirty="0"/>
          </a:p>
          <a:p>
            <a:pPr marL="203200" indent="-203200" algn="l">
              <a:lnSpc>
                <a:spcPct val="116000"/>
              </a:lnSpc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cs typeface="Calibri" pitchFamily="34" charset="-120"/>
              </a:rPr>
              <a:t>Provides Real time Centre of Pressure Shift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91072" y="109728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F7E8EA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638544" y="1444752"/>
            <a:ext cx="621792" cy="621792"/>
          </a:xfrm>
          <a:prstGeom prst="ellipse">
            <a:avLst/>
          </a:prstGeom>
          <a:solidFill>
            <a:srgbClr val="7A13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assets/icons/improv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338" y="1581546"/>
            <a:ext cx="348204" cy="3482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88352" y="1463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Improvements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656832" y="23317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Sizing: 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too wide and seat too tall for the average user.</a:t>
            </a:r>
            <a:endParaRPr lang="en-US" sz="13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Comfort: 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Firmer cushioning with limited lower-back support.</a:t>
            </a:r>
            <a:endParaRPr lang="en-US" sz="13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Practicality: 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Headrest stability and overall weight for moving around.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553712"/>
            <a:ext cx="11091672" cy="1938528"/>
          </a:xfrm>
          <a:prstGeom prst="roundRect">
            <a:avLst>
              <a:gd name="adj" fmla="val 4717"/>
            </a:avLst>
          </a:prstGeom>
          <a:solidFill>
            <a:srgbClr val="A6192E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60120" y="47823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assets/icons/conclusion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821" y="490301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18488" y="480974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914400" y="544068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prototype delivers a working, upcycled smart-seating system pairing sensor-based posture and pressure monitoring with real-time LED feedback for fall prevention. Testing with real users confirmed strong stability and durability, and pointed to clear next steps in sizing, comfort, and support.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006840" y="4736592"/>
            <a:ext cx="2450592" cy="1600200"/>
          </a:xfrm>
          <a:prstGeom prst="roundRect">
            <a:avLst>
              <a:gd name="adj" fmla="val 4571"/>
            </a:avLst>
          </a:prstGeom>
          <a:solidFill>
            <a:srgbClr val="E0D0D3"/>
          </a:solidFill>
          <a:ln w="9525">
            <a:solidFill>
              <a:srgbClr val="A6192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9006840" y="4736592"/>
            <a:ext cx="245059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[User Testing Photo]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Upcycled Smart Seating System for Elderly People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11457432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BFFE0B3-4815-5073-0D1C-57E879CF2D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4553712"/>
            <a:ext cx="2862072" cy="19385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412</Words>
  <Application>Microsoft Macintosh PowerPoint</Application>
  <PresentationFormat>Widescreen</PresentationFormat>
  <Paragraphs>49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SAHA, riti proma16 [Student]</cp:lastModifiedBy>
  <cp:revision>5</cp:revision>
  <dcterms:created xsi:type="dcterms:W3CDTF">2026-08-29T11:38:17Z</dcterms:created>
  <dcterms:modified xsi:type="dcterms:W3CDTF">2026-08-31T14:27:00Z</dcterms:modified>
</cp:coreProperties>
</file>